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309360" cy="11823192"/>
  <p:notesSz cx="11823192" cy="630936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reclamos de clientes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28600" y="960120"/>
            <a:ext cx="5852160" cy="2354580"/>
          </a:xfrm>
          <a:prstGeom prst="rect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274320" y="9784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3447288"/>
            <a:ext cx="5852160" cy="3314700"/>
          </a:xfrm>
          <a:prstGeom prst="rect">
            <a:avLst/>
          </a:prstGeom>
          <a:solidFill>
            <a:srgbClr val="D7EFD9">
              <a:alpha val="12000"/>
            </a:srgbClr>
          </a:solidFill>
          <a:ln w="12700">
            <a:solidFill>
              <a:srgbClr val="2C5F2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74320" y="34655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6894576"/>
            <a:ext cx="5852160" cy="3314700"/>
          </a:xfrm>
          <a:prstGeom prst="rect">
            <a:avLst/>
          </a:prstGeom>
          <a:solidFill>
            <a:srgbClr val="F9E0C6">
              <a:alpha val="12000"/>
            </a:srgbClr>
          </a:solidFill>
          <a:ln w="12700">
            <a:solidFill>
              <a:srgbClr val="B85042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274320" y="69128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0341864"/>
            <a:ext cx="5852160" cy="1394460"/>
          </a:xfrm>
          <a:prstGeom prst="rect">
            <a:avLst/>
          </a:prstGeom>
          <a:solidFill>
            <a:srgbClr val="E6D9F2">
              <a:alpha val="12000"/>
            </a:srgbClr>
          </a:solidFill>
          <a:ln w="12700">
            <a:solidFill>
              <a:srgbClr val="5B2C6F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274320" y="103601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54480" y="2281428"/>
            <a:ext cx="9144" cy="4114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554480" y="3241548"/>
            <a:ext cx="9144" cy="86410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554480" y="4882896"/>
            <a:ext cx="9144" cy="2971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234440" y="4903470"/>
            <a:ext cx="6400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554480" y="4882896"/>
            <a:ext cx="2377440" cy="2971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2423160" y="4903470"/>
            <a:ext cx="6400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554480" y="5728716"/>
            <a:ext cx="9144" cy="4114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554480" y="6688836"/>
            <a:ext cx="9144" cy="86410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554480" y="8330184"/>
            <a:ext cx="9144" cy="2971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234440" y="8350758"/>
            <a:ext cx="6400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23160" y="7941564"/>
            <a:ext cx="3108960" cy="914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32120" y="7941564"/>
            <a:ext cx="9144" cy="19202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2606040" y="9861804"/>
            <a:ext cx="2926080" cy="914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212080" y="8773668"/>
            <a:ext cx="6400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554480" y="9176004"/>
            <a:ext cx="9144" cy="4114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554480" y="10136124"/>
            <a:ext cx="2377440" cy="97840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983480" y="5454396"/>
            <a:ext cx="548640" cy="914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32120" y="5454396"/>
            <a:ext cx="9144" cy="593445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4983480" y="11388852"/>
            <a:ext cx="548640" cy="914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02920" y="1732788"/>
            <a:ext cx="2103120" cy="548640"/>
          </a:xfrm>
          <a:prstGeom prst="ellipse">
            <a:avLst/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76072" y="1732788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presenta reclamo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2692908"/>
            <a:ext cx="2103120" cy="548640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76072" y="2692908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reclamo en sistema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25983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ⓘ Sistema CRM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85800" y="4105656"/>
            <a:ext cx="1737360" cy="777240"/>
          </a:xfrm>
          <a:prstGeom prst="diamond">
            <a:avLst/>
          </a:prstGeom>
          <a:solidFill>
            <a:srgbClr val="D7EFD9"/>
          </a:solidFill>
          <a:ln w="15875">
            <a:solidFill>
              <a:srgbClr val="2C5F2D"/>
            </a:solidFill>
            <a:prstDash val="solid"/>
          </a:ln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58952" y="4105656"/>
            <a:ext cx="1591056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¿Reclamo válido?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" y="5180076"/>
            <a:ext cx="2103120" cy="548640"/>
          </a:xfrm>
          <a:prstGeom prst="roundRect">
            <a:avLst>
              <a:gd name="adj" fmla="val 16667"/>
            </a:avLst>
          </a:prstGeom>
          <a:solidFill>
            <a:srgbClr val="D7EFD9"/>
          </a:solidFill>
          <a:ln w="15875">
            <a:solidFill>
              <a:srgbClr val="2C5F2D"/>
            </a:solidFill>
            <a:prstDash val="solid"/>
          </a:ln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76072" y="5180076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 a Calidad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2920" y="6140196"/>
            <a:ext cx="2103120" cy="548640"/>
          </a:xfrm>
          <a:prstGeom prst="roundRect">
            <a:avLst>
              <a:gd name="adj" fmla="val 16667"/>
            </a:avLst>
          </a:prstGeom>
          <a:solidFill>
            <a:srgbClr val="D7EFD9"/>
          </a:solidFill>
          <a:ln w="15875">
            <a:solidFill>
              <a:srgbClr val="2C5F2D"/>
            </a:solidFill>
            <a:prstDash val="solid"/>
          </a:ln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76072" y="6140196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causa raíz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85800" y="7552944"/>
            <a:ext cx="1737360" cy="777240"/>
          </a:xfrm>
          <a:prstGeom prst="diamond">
            <a:avLst/>
          </a:prstGeom>
          <a:solidFill>
            <a:srgbClr val="F9E0C6"/>
          </a:solidFill>
          <a:ln w="15875">
            <a:solidFill>
              <a:srgbClr val="B85042"/>
            </a:solidFill>
            <a:prstDash val="solid"/>
          </a:ln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58952" y="7552944"/>
            <a:ext cx="1591056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¿Requiere acción correctiva?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02920" y="8627364"/>
            <a:ext cx="2103120" cy="548640"/>
          </a:xfrm>
          <a:prstGeom prst="roundRect">
            <a:avLst>
              <a:gd name="adj" fmla="val 16667"/>
            </a:avLst>
          </a:prstGeom>
          <a:solidFill>
            <a:srgbClr val="F9E0C6"/>
          </a:solidFill>
          <a:ln w="15875">
            <a:solidFill>
              <a:srgbClr val="B85042"/>
            </a:solidFill>
            <a:prstDash val="solid"/>
          </a:ln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76072" y="8627364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acción correctiva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2920" y="919429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ⓘ Ver procedimiento AC-01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02920" y="9587484"/>
            <a:ext cx="2103120" cy="548640"/>
          </a:xfrm>
          <a:prstGeom prst="roundRect">
            <a:avLst>
              <a:gd name="adj" fmla="val 16667"/>
            </a:avLst>
          </a:prstGeom>
          <a:solidFill>
            <a:srgbClr val="F9E0C6"/>
          </a:solidFill>
          <a:ln w="15875">
            <a:solidFill>
              <a:srgbClr val="B85042"/>
            </a:solidFill>
            <a:prstDash val="solid"/>
          </a:ln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76072" y="9587484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 resolución al cliente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880360" y="5180076"/>
            <a:ext cx="2103120" cy="548640"/>
          </a:xfrm>
          <a:prstGeom prst="roundRect">
            <a:avLst>
              <a:gd name="adj" fmla="val 16667"/>
            </a:avLst>
          </a:prstGeom>
          <a:solidFill>
            <a:srgbClr val="D7EFD9"/>
          </a:solidFill>
          <a:ln w="15875">
            <a:solidFill>
              <a:srgbClr val="2C5F2D"/>
            </a:solidFill>
            <a:prstDash val="solid"/>
          </a:ln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2953512" y="5180076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 rechazo al cliente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880360" y="11114532"/>
            <a:ext cx="2103120" cy="548640"/>
          </a:xfrm>
          <a:prstGeom prst="ellipse">
            <a:avLst/>
          </a:prstGeom>
          <a:solidFill>
            <a:srgbClr val="E6D9F2"/>
          </a:solidFill>
          <a:ln w="15875">
            <a:solidFill>
              <a:srgbClr val="5B2C6F"/>
            </a:solidFill>
            <a:prstDash val="solid"/>
          </a:ln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2953512" y="11114532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2026-07-18T16:17:07Z</dcterms:created>
  <dcterms:modified xsi:type="dcterms:W3CDTF">2026-07-18T16:17:07Z</dcterms:modified>
</cp:coreProperties>
</file>